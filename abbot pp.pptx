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60" r:id="rId2"/>
    <p:sldId id="261" r:id="rId3"/>
  </p:sldIdLst>
  <p:sldSz cx="504031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0"/>
    <a:srgbClr val="04AEC4"/>
    <a:srgbClr val="0BB5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67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589241"/>
            <a:ext cx="4284266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1891070"/>
            <a:ext cx="378023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6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897613"/>
            <a:ext cx="434727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2409469"/>
            <a:ext cx="434727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/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50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958453"/>
            <a:ext cx="2142133" cy="2284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958453"/>
            <a:ext cx="2142133" cy="2284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3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91691"/>
            <a:ext cx="4347270" cy="6959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882610"/>
            <a:ext cx="213228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315164"/>
            <a:ext cx="2132288" cy="193440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882610"/>
            <a:ext cx="21427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315164"/>
            <a:ext cx="2142790" cy="193440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6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2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0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40030"/>
            <a:ext cx="162563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518399"/>
            <a:ext cx="2551658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080135"/>
            <a:ext cx="162563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4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40030"/>
            <a:ext cx="162563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518399"/>
            <a:ext cx="2551658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080135"/>
            <a:ext cx="162563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2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03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191691"/>
            <a:ext cx="1086817" cy="30512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191691"/>
            <a:ext cx="3197449" cy="30512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191691"/>
            <a:ext cx="434727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958453"/>
            <a:ext cx="434727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3337084"/>
            <a:ext cx="113407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7F217-EF32-465F-B7FE-901C975585C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3337084"/>
            <a:ext cx="170110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3337084"/>
            <a:ext cx="113407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406C6-36B1-4B8A-ACE6-03CF33280E7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2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CAEB5D8-9A61-CC02-0EF6-8E81FA6642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" r="80568" b="93693"/>
          <a:stretch>
            <a:fillRect/>
          </a:stretch>
        </p:blipFill>
        <p:spPr>
          <a:xfrm>
            <a:off x="4220246" y="3487205"/>
            <a:ext cx="820064" cy="11324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1B5F390-8199-8101-CF4A-DD9A2B297A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" b="93514"/>
          <a:stretch>
            <a:fillRect/>
          </a:stretch>
        </p:blipFill>
        <p:spPr>
          <a:xfrm>
            <a:off x="0" y="3487205"/>
            <a:ext cx="4220247" cy="11324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6F3D0B2-EE86-0096-2448-DE373A2DAB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" r="80568" b="-419"/>
          <a:stretch>
            <a:fillRect/>
          </a:stretch>
        </p:blipFill>
        <p:spPr>
          <a:xfrm>
            <a:off x="4220249" y="3128"/>
            <a:ext cx="820064" cy="17535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908D6BB-2B0D-4F54-3A5F-D235C1DE37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" b="-419"/>
          <a:stretch>
            <a:fillRect/>
          </a:stretch>
        </p:blipFill>
        <p:spPr>
          <a:xfrm>
            <a:off x="3" y="-6252"/>
            <a:ext cx="4220247" cy="175353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CB841C-C245-02D6-9D5A-06F7288A9B8D}"/>
              </a:ext>
            </a:extLst>
          </p:cNvPr>
          <p:cNvSpPr/>
          <p:nvPr/>
        </p:nvSpPr>
        <p:spPr>
          <a:xfrm>
            <a:off x="26927" y="35340"/>
            <a:ext cx="4986458" cy="363933"/>
          </a:xfrm>
          <a:prstGeom prst="roundRect">
            <a:avLst>
              <a:gd name="adj" fmla="val 38312"/>
            </a:avLst>
          </a:prstGeom>
          <a:solidFill>
            <a:srgbClr val="000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3" dirty="0"/>
              <a:t> </a:t>
            </a:r>
            <a:endParaRPr lang="en-US" sz="803" dirty="0"/>
          </a:p>
        </p:txBody>
      </p:sp>
      <p:pic>
        <p:nvPicPr>
          <p:cNvPr id="10" name="Imagen 9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6D263BCC-FF41-485D-9E20-31E53F140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12" y="98671"/>
            <a:ext cx="1047231" cy="26180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2E98BA0-D74E-7097-9A0E-D48C3D2117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" r="80568" b="-419"/>
          <a:stretch>
            <a:fillRect/>
          </a:stretch>
        </p:blipFill>
        <p:spPr>
          <a:xfrm>
            <a:off x="4220249" y="1747139"/>
            <a:ext cx="820064" cy="175353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AD76B45-ED85-2EF2-13E1-38E24024AC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" b="-419"/>
          <a:stretch>
            <a:fillRect/>
          </a:stretch>
        </p:blipFill>
        <p:spPr>
          <a:xfrm>
            <a:off x="3" y="1743471"/>
            <a:ext cx="4220247" cy="1753536"/>
          </a:xfrm>
          <a:prstGeom prst="rect">
            <a:avLst/>
          </a:prstGeom>
        </p:spPr>
      </p:pic>
      <p:sp>
        <p:nvSpPr>
          <p:cNvPr id="32" name="Rectangle: Rounded Corners 6">
            <a:extLst>
              <a:ext uri="{FF2B5EF4-FFF2-40B4-BE49-F238E27FC236}">
                <a16:creationId xmlns:a16="http://schemas.microsoft.com/office/drawing/2014/main" id="{412324D8-B4E8-E465-B137-20181B2D73BE}"/>
              </a:ext>
            </a:extLst>
          </p:cNvPr>
          <p:cNvSpPr/>
          <p:nvPr/>
        </p:nvSpPr>
        <p:spPr>
          <a:xfrm>
            <a:off x="93643" y="440864"/>
            <a:ext cx="4858439" cy="3124245"/>
          </a:xfrm>
          <a:prstGeom prst="roundRect">
            <a:avLst>
              <a:gd name="adj" fmla="val 1207"/>
            </a:avLst>
          </a:prstGeom>
          <a:solidFill>
            <a:schemeClr val="bg1">
              <a:alpha val="0"/>
            </a:schemeClr>
          </a:solidFill>
          <a:ln>
            <a:gradFill>
              <a:gsLst>
                <a:gs pos="0">
                  <a:schemeClr val="accent1">
                    <a:alpha val="80000"/>
                    <a:lumMod val="5000"/>
                    <a:lumOff val="9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508" dirty="0"/>
              <a:t> </a:t>
            </a:r>
            <a:endParaRPr lang="en-US" sz="2508" dirty="0"/>
          </a:p>
        </p:txBody>
      </p:sp>
    </p:spTree>
    <p:extLst>
      <p:ext uri="{BB962C8B-B14F-4D97-AF65-F5344CB8AC3E}">
        <p14:creationId xmlns:p14="http://schemas.microsoft.com/office/powerpoint/2010/main" val="189597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0E6F-C526-698D-B497-2E63B37C1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87" y="225187"/>
            <a:ext cx="4695947" cy="3242919"/>
          </a:xfrm>
        </p:spPr>
        <p:txBody>
          <a:bodyPr>
            <a:normAutofit fontScale="85000" lnSpcReduction="20000"/>
          </a:bodyPr>
          <a:lstStyle/>
          <a:p>
            <a:r>
              <a:rPr lang="es-MX" dirty="0" err="1"/>
              <a:t>Instructions</a:t>
            </a:r>
            <a:r>
              <a:rPr lang="en-US" dirty="0"/>
              <a:t> for a different size in PBI:</a:t>
            </a:r>
          </a:p>
          <a:p>
            <a:r>
              <a:rPr lang="en-US" dirty="0"/>
              <a:t>Look the canvas settings in PBI and divide in 100 the number of W and H.</a:t>
            </a:r>
          </a:p>
          <a:p>
            <a:r>
              <a:rPr lang="en-US" dirty="0"/>
              <a:t>Insert them in PP … Design… Slide Size… and apply them… select fit and put everything in the top</a:t>
            </a:r>
          </a:p>
          <a:p>
            <a:r>
              <a:rPr lang="es-MX" dirty="0" err="1"/>
              <a:t>Crop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image</a:t>
            </a:r>
            <a:r>
              <a:rPr lang="es-MX" dirty="0"/>
              <a:t>(s) </a:t>
            </a:r>
            <a:r>
              <a:rPr lang="es-MX" dirty="0" err="1"/>
              <a:t>until</a:t>
            </a:r>
            <a:r>
              <a:rPr lang="es-MX" dirty="0"/>
              <a:t> </a:t>
            </a:r>
            <a:r>
              <a:rPr lang="es-MX" dirty="0" err="1"/>
              <a:t>all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PP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covered</a:t>
            </a:r>
            <a:endParaRPr lang="es-MX" dirty="0"/>
          </a:p>
          <a:p>
            <a:r>
              <a:rPr lang="en-US" dirty="0"/>
              <a:t>Copy paste the image and extend the white box so it can fit almost in the bottom of the page</a:t>
            </a:r>
            <a:r>
              <a:rPr lang="es-MX" dirty="0"/>
              <a:t> (as </a:t>
            </a:r>
            <a:r>
              <a:rPr lang="es-MX" dirty="0" err="1"/>
              <a:t>the</a:t>
            </a:r>
            <a:r>
              <a:rPr lang="es-MX" dirty="0"/>
              <a:t> original </a:t>
            </a:r>
            <a:r>
              <a:rPr lang="es-MX" dirty="0" err="1"/>
              <a:t>one</a:t>
            </a:r>
            <a:r>
              <a:rPr lang="es-MX" dirty="0"/>
              <a:t>),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image</a:t>
            </a:r>
            <a:r>
              <a:rPr lang="es-MX" dirty="0"/>
              <a:t> </a:t>
            </a:r>
            <a:r>
              <a:rPr lang="es-MX" dirty="0" err="1"/>
              <a:t>must</a:t>
            </a:r>
            <a:r>
              <a:rPr lang="es-MX" dirty="0"/>
              <a:t> be </a:t>
            </a:r>
            <a:r>
              <a:rPr lang="es-MX" dirty="0" err="1"/>
              <a:t>until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very</a:t>
            </a:r>
            <a:r>
              <a:rPr lang="es-MX" dirty="0"/>
              <a:t> </a:t>
            </a:r>
            <a:r>
              <a:rPr lang="es-MX" dirty="0" err="1"/>
              <a:t>end</a:t>
            </a:r>
            <a:r>
              <a:rPr lang="es-MX" dirty="0"/>
              <a:t>, </a:t>
            </a:r>
            <a:r>
              <a:rPr lang="es-MX" dirty="0" err="1"/>
              <a:t>crop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parts</a:t>
            </a:r>
            <a:r>
              <a:rPr lang="es-MX" dirty="0"/>
              <a:t> are after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end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slide</a:t>
            </a:r>
            <a:r>
              <a:rPr lang="es-MX" dirty="0"/>
              <a:t>.</a:t>
            </a:r>
          </a:p>
          <a:p>
            <a:r>
              <a:rPr lang="es-MX" dirty="0" err="1"/>
              <a:t>Bring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front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all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White </a:t>
            </a:r>
            <a:r>
              <a:rPr lang="es-MX" dirty="0" err="1"/>
              <a:t>square</a:t>
            </a:r>
            <a:endParaRPr lang="es-MX" dirty="0"/>
          </a:p>
          <a:p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images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added</a:t>
            </a:r>
            <a:r>
              <a:rPr lang="es-MX" dirty="0"/>
              <a:t> in case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change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image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need</a:t>
            </a:r>
            <a:r>
              <a:rPr lang="es-MX" dirty="0"/>
              <a:t> </a:t>
            </a:r>
            <a:r>
              <a:rPr lang="es-MX" dirty="0" err="1"/>
              <a:t>add</a:t>
            </a:r>
            <a:r>
              <a:rPr lang="es-MX" dirty="0"/>
              <a:t> </a:t>
            </a:r>
            <a:r>
              <a:rPr lang="es-MX" dirty="0" err="1"/>
              <a:t>manually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formating</a:t>
            </a:r>
            <a:r>
              <a:rPr lang="es-MX" dirty="0"/>
              <a:t>: </a:t>
            </a:r>
            <a:r>
              <a:rPr lang="es-MX" dirty="0" err="1"/>
              <a:t>right</a:t>
            </a:r>
            <a:r>
              <a:rPr lang="es-MX" dirty="0"/>
              <a:t> </a:t>
            </a:r>
            <a:r>
              <a:rPr lang="es-MX" dirty="0" err="1"/>
              <a:t>click</a:t>
            </a:r>
            <a:r>
              <a:rPr lang="es-MX" dirty="0"/>
              <a:t>, </a:t>
            </a:r>
            <a:r>
              <a:rPr lang="es-MX" dirty="0" err="1"/>
              <a:t>format</a:t>
            </a:r>
            <a:r>
              <a:rPr lang="es-MX" dirty="0"/>
              <a:t>, </a:t>
            </a:r>
            <a:r>
              <a:rPr lang="es-MX" dirty="0" err="1"/>
              <a:t>select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last</a:t>
            </a:r>
            <a:r>
              <a:rPr lang="es-MX" dirty="0"/>
              <a:t> </a:t>
            </a:r>
            <a:r>
              <a:rPr lang="es-MX" dirty="0" err="1"/>
              <a:t>button</a:t>
            </a:r>
            <a:r>
              <a:rPr lang="es-MX" dirty="0"/>
              <a:t>: </a:t>
            </a:r>
            <a:r>
              <a:rPr lang="es-MX" dirty="0" err="1"/>
              <a:t>Brightness</a:t>
            </a:r>
            <a:r>
              <a:rPr lang="es-MX" dirty="0"/>
              <a:t> 74%, </a:t>
            </a:r>
            <a:r>
              <a:rPr lang="es-MX" dirty="0" err="1"/>
              <a:t>Contrast</a:t>
            </a:r>
            <a:r>
              <a:rPr lang="es-MX" dirty="0"/>
              <a:t> 14% and </a:t>
            </a:r>
            <a:r>
              <a:rPr lang="es-MX" dirty="0" err="1"/>
              <a:t>Saturtaion</a:t>
            </a:r>
            <a:r>
              <a:rPr lang="es-MX" dirty="0"/>
              <a:t> 0%.</a:t>
            </a:r>
          </a:p>
          <a:p>
            <a:r>
              <a:rPr lang="es-MX" dirty="0" err="1"/>
              <a:t>Save</a:t>
            </a:r>
            <a:r>
              <a:rPr lang="es-MX" dirty="0"/>
              <a:t> </a:t>
            </a:r>
            <a:r>
              <a:rPr lang="es-MX" dirty="0" err="1"/>
              <a:t>it</a:t>
            </a:r>
            <a:r>
              <a:rPr lang="es-MX" dirty="0"/>
              <a:t> in </a:t>
            </a:r>
            <a:r>
              <a:rPr lang="es-MX" dirty="0" err="1"/>
              <a:t>the</a:t>
            </a:r>
            <a:r>
              <a:rPr lang="es-MX" dirty="0"/>
              <a:t> folder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report</a:t>
            </a:r>
            <a:r>
              <a:rPr lang="es-MX" dirty="0"/>
              <a:t> as a </a:t>
            </a:r>
            <a:r>
              <a:rPr lang="es-MX" dirty="0" err="1"/>
              <a:t>copy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original </a:t>
            </a:r>
            <a:r>
              <a:rPr lang="es-MX" dirty="0" err="1"/>
              <a:t>one</a:t>
            </a:r>
            <a:endParaRPr lang="es-MX" dirty="0"/>
          </a:p>
          <a:p>
            <a:r>
              <a:rPr lang="es-MX" dirty="0" err="1"/>
              <a:t>Save</a:t>
            </a:r>
            <a:r>
              <a:rPr lang="es-MX" dirty="0"/>
              <a:t> </a:t>
            </a:r>
            <a:r>
              <a:rPr lang="es-MX" dirty="0" err="1"/>
              <a:t>it</a:t>
            </a:r>
            <a:r>
              <a:rPr lang="es-MX" dirty="0"/>
              <a:t> as </a:t>
            </a:r>
            <a:r>
              <a:rPr lang="es-MX" dirty="0" err="1"/>
              <a:t>image</a:t>
            </a:r>
            <a:endParaRPr lang="es-MX" dirty="0"/>
          </a:p>
          <a:p>
            <a:r>
              <a:rPr lang="es-MX" dirty="0" err="1"/>
              <a:t>Add</a:t>
            </a:r>
            <a:r>
              <a:rPr lang="es-MX" dirty="0"/>
              <a:t> </a:t>
            </a:r>
            <a:r>
              <a:rPr lang="es-MX" dirty="0" err="1"/>
              <a:t>it</a:t>
            </a:r>
            <a:r>
              <a:rPr lang="es-MX" dirty="0"/>
              <a:t> as </a:t>
            </a:r>
            <a:r>
              <a:rPr lang="es-MX" dirty="0" err="1"/>
              <a:t>background</a:t>
            </a:r>
            <a:r>
              <a:rPr lang="es-MX" dirty="0"/>
              <a:t> in PBI</a:t>
            </a:r>
          </a:p>
          <a:p>
            <a:r>
              <a:rPr lang="es-MX" dirty="0"/>
              <a:t>PS: </a:t>
            </a:r>
            <a:r>
              <a:rPr lang="es-MX" dirty="0" err="1"/>
              <a:t>this</a:t>
            </a:r>
            <a:r>
              <a:rPr lang="es-MX" dirty="0"/>
              <a:t> </a:t>
            </a:r>
            <a:r>
              <a:rPr lang="es-MX" dirty="0" err="1"/>
              <a:t>template</a:t>
            </a:r>
            <a:r>
              <a:rPr lang="es-MX" dirty="0"/>
              <a:t> </a:t>
            </a:r>
            <a:r>
              <a:rPr lang="es-MX" dirty="0" err="1"/>
              <a:t>shouldn’t</a:t>
            </a:r>
            <a:r>
              <a:rPr lang="es-MX" dirty="0"/>
              <a:t> be </a:t>
            </a:r>
            <a:r>
              <a:rPr lang="es-MX" dirty="0" err="1"/>
              <a:t>changed</a:t>
            </a:r>
            <a:r>
              <a:rPr lang="es-MX" dirty="0"/>
              <a:t>, </a:t>
            </a:r>
            <a:r>
              <a:rPr lang="es-MX" dirty="0" err="1"/>
              <a:t>copy</a:t>
            </a:r>
            <a:r>
              <a:rPr lang="es-MX" dirty="0"/>
              <a:t> and paste </a:t>
            </a:r>
            <a:r>
              <a:rPr lang="es-MX" dirty="0" err="1"/>
              <a:t>for</a:t>
            </a:r>
            <a:r>
              <a:rPr lang="es-MX" dirty="0"/>
              <a:t> new </a:t>
            </a:r>
            <a:r>
              <a:rPr lang="es-MX" dirty="0" err="1"/>
              <a:t>projects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different</a:t>
            </a:r>
            <a:r>
              <a:rPr lang="es-MX" dirty="0"/>
              <a:t> </a:t>
            </a:r>
            <a:r>
              <a:rPr lang="es-MX" dirty="0" err="1"/>
              <a:t>sizes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31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1025</TotalTime>
  <Words>196</Words>
  <Application>Microsoft Office PowerPoint</Application>
  <PresentationFormat>Personalizado</PresentationFormat>
  <Paragraphs>13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Tema de 2022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Silva Orozco</dc:creator>
  <cp:lastModifiedBy>Eduardo Silva</cp:lastModifiedBy>
  <cp:revision>13</cp:revision>
  <dcterms:created xsi:type="dcterms:W3CDTF">2023-12-06T02:51:17Z</dcterms:created>
  <dcterms:modified xsi:type="dcterms:W3CDTF">2025-11-08T02:07:01Z</dcterms:modified>
</cp:coreProperties>
</file>